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90E22"/>
      </a:dk1>
      <a:lt1>
        <a:sysClr val="window" lastClr="FFFFFF"/>
      </a:lt1>
      <a:dk2>
        <a:srgbClr val="1F497D"/>
      </a:dk2>
      <a:lt2>
        <a:srgbClr val="EEECE1"/>
      </a:lt2>
      <a:accent1>
        <a:srgbClr val="0B68B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